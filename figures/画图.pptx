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autoCompressPictures="0">
  <p:sldMasterIdLst>
    <p:sldMasterId id="2147483672" r:id="rId1"/>
  </p:sldMasterIdLst>
  <p:sldIdLst>
    <p:sldId id="256" r:id="rId2"/>
    <p:sldId id="257" r:id="rId3"/>
  </p:sldIdLst>
  <p:sldSz cx="12801600" cy="9601200" type="A3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9" userDrawn="1">
          <p15:clr>
            <a:srgbClr val="A4A3A4"/>
          </p15:clr>
        </p15:guide>
        <p15:guide id="2" pos="40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886"/>
    <a:srgbClr val="B0C0CF"/>
    <a:srgbClr val="A72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howGuides="1">
      <p:cViewPr>
        <p:scale>
          <a:sx n="400" d="100"/>
          <a:sy n="400" d="100"/>
        </p:scale>
        <p:origin x="-9936" y="-8592"/>
      </p:cViewPr>
      <p:guideLst>
        <p:guide orient="horz" pos="3079"/>
        <p:guide pos="40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60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20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9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4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14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18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21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70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2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08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93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wmf"/><Relationship Id="rId18" Type="http://schemas.openxmlformats.org/officeDocument/2006/relationships/image" Target="../media/image14.png"/><Relationship Id="rId26" Type="http://schemas.openxmlformats.org/officeDocument/2006/relationships/oleObject" Target="../embeddings/oleObject7.bin"/><Relationship Id="rId3" Type="http://schemas.openxmlformats.org/officeDocument/2006/relationships/image" Target="../media/image2.svg"/><Relationship Id="rId21" Type="http://schemas.openxmlformats.org/officeDocument/2006/relationships/image" Target="../media/image16.wmf"/><Relationship Id="rId7" Type="http://schemas.openxmlformats.org/officeDocument/2006/relationships/image" Target="../media/image6.sv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13.wmf"/><Relationship Id="rId25" Type="http://schemas.openxmlformats.org/officeDocument/2006/relationships/image" Target="../media/image18.wmf"/><Relationship Id="rId2" Type="http://schemas.openxmlformats.org/officeDocument/2006/relationships/image" Target="../media/image1.png"/><Relationship Id="rId16" Type="http://schemas.openxmlformats.org/officeDocument/2006/relationships/oleObject" Target="../embeddings/oleObject3.bin"/><Relationship Id="rId20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6.bin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23" Type="http://schemas.openxmlformats.org/officeDocument/2006/relationships/image" Target="../media/image17.wmf"/><Relationship Id="rId10" Type="http://schemas.openxmlformats.org/officeDocument/2006/relationships/oleObject" Target="../embeddings/oleObject1.bin"/><Relationship Id="rId19" Type="http://schemas.openxmlformats.org/officeDocument/2006/relationships/image" Target="../media/image15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Relationship Id="rId22" Type="http://schemas.openxmlformats.org/officeDocument/2006/relationships/oleObject" Target="../embeddings/oleObject5.bin"/><Relationship Id="rId27" Type="http://schemas.openxmlformats.org/officeDocument/2006/relationships/image" Target="../media/image19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24.svg"/><Relationship Id="rId18" Type="http://schemas.openxmlformats.org/officeDocument/2006/relationships/oleObject" Target="../embeddings/oleObject13.bin"/><Relationship Id="rId26" Type="http://schemas.openxmlformats.org/officeDocument/2006/relationships/oleObject" Target="../embeddings/oleObject17.bin"/><Relationship Id="rId3" Type="http://schemas.openxmlformats.org/officeDocument/2006/relationships/image" Target="../media/image20.wmf"/><Relationship Id="rId21" Type="http://schemas.openxmlformats.org/officeDocument/2006/relationships/image" Target="../media/image13.w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5.png"/><Relationship Id="rId17" Type="http://schemas.openxmlformats.org/officeDocument/2006/relationships/image" Target="../media/image9.wmf"/><Relationship Id="rId25" Type="http://schemas.openxmlformats.org/officeDocument/2006/relationships/image" Target="../media/image17.w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29" Type="http://schemas.openxmlformats.org/officeDocument/2006/relationships/image" Target="../media/image19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3.svg"/><Relationship Id="rId24" Type="http://schemas.openxmlformats.org/officeDocument/2006/relationships/oleObject" Target="../embeddings/oleObject16.bin"/><Relationship Id="rId5" Type="http://schemas.openxmlformats.org/officeDocument/2006/relationships/image" Target="../media/image21.wmf"/><Relationship Id="rId15" Type="http://schemas.openxmlformats.org/officeDocument/2006/relationships/image" Target="../media/image25.svg"/><Relationship Id="rId23" Type="http://schemas.openxmlformats.org/officeDocument/2006/relationships/image" Target="../media/image16.wmf"/><Relationship Id="rId28" Type="http://schemas.openxmlformats.org/officeDocument/2006/relationships/oleObject" Target="../embeddings/oleObject18.bin"/><Relationship Id="rId10" Type="http://schemas.openxmlformats.org/officeDocument/2006/relationships/image" Target="../media/image3.png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2.svg"/><Relationship Id="rId14" Type="http://schemas.openxmlformats.org/officeDocument/2006/relationships/image" Target="../media/image7.png"/><Relationship Id="rId22" Type="http://schemas.openxmlformats.org/officeDocument/2006/relationships/oleObject" Target="../embeddings/oleObject15.bin"/><Relationship Id="rId27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组合 106"/>
          <p:cNvGrpSpPr/>
          <p:nvPr/>
        </p:nvGrpSpPr>
        <p:grpSpPr>
          <a:xfrm>
            <a:off x="4493101" y="4167666"/>
            <a:ext cx="3811270" cy="1265555"/>
            <a:chOff x="57" y="52"/>
            <a:chExt cx="6002" cy="1993"/>
          </a:xfrm>
        </p:grpSpPr>
        <p:sp>
          <p:nvSpPr>
            <p:cNvPr id="41" name="右箭头 40"/>
            <p:cNvSpPr/>
            <p:nvPr/>
          </p:nvSpPr>
          <p:spPr>
            <a:xfrm rot="7860000">
              <a:off x="693" y="802"/>
              <a:ext cx="790" cy="277"/>
            </a:xfrm>
            <a:prstGeom prst="rightArrow">
              <a:avLst/>
            </a:prstGeom>
            <a:solidFill>
              <a:srgbClr val="B0C0C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sp>
          <p:nvSpPr>
            <p:cNvPr id="43" name="右箭头 42"/>
            <p:cNvSpPr/>
            <p:nvPr/>
          </p:nvSpPr>
          <p:spPr>
            <a:xfrm rot="13740000" flipH="1">
              <a:off x="2318" y="802"/>
              <a:ext cx="790" cy="277"/>
            </a:xfrm>
            <a:prstGeom prst="rightArrow">
              <a:avLst/>
            </a:prstGeom>
            <a:solidFill>
              <a:srgbClr val="B0C0C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sp>
          <p:nvSpPr>
            <p:cNvPr id="44" name="矩形 43"/>
            <p:cNvSpPr/>
            <p:nvPr/>
          </p:nvSpPr>
          <p:spPr>
            <a:xfrm>
              <a:off x="957" y="756"/>
              <a:ext cx="335" cy="326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lg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lumMod val="60000"/>
                      <a:lumOff val="4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pic>
          <p:nvPicPr>
            <p:cNvPr id="47" name="图片 46" descr="32313534383333333b32313534383332373bcecabac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1" y="805"/>
              <a:ext cx="227" cy="227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2487" y="756"/>
              <a:ext cx="335" cy="326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lg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lumMod val="60000"/>
                      <a:lumOff val="4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pic>
          <p:nvPicPr>
            <p:cNvPr id="49" name="图片 48" descr="32313534383333333b32313534383332373bcecabac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40" y="805"/>
              <a:ext cx="227" cy="227"/>
            </a:xfrm>
            <a:prstGeom prst="rect">
              <a:avLst/>
            </a:prstGeom>
          </p:spPr>
        </p:pic>
        <p:grpSp>
          <p:nvGrpSpPr>
            <p:cNvPr id="101" name="组合 100"/>
            <p:cNvGrpSpPr/>
            <p:nvPr/>
          </p:nvGrpSpPr>
          <p:grpSpPr>
            <a:xfrm>
              <a:off x="1402" y="1529"/>
              <a:ext cx="870" cy="339"/>
              <a:chOff x="3639" y="4396"/>
              <a:chExt cx="872" cy="340"/>
            </a:xfrm>
          </p:grpSpPr>
          <p:sp>
            <p:nvSpPr>
              <p:cNvPr id="13" name="右箭头 12"/>
              <p:cNvSpPr/>
              <p:nvPr/>
            </p:nvSpPr>
            <p:spPr>
              <a:xfrm>
                <a:off x="3639" y="4448"/>
                <a:ext cx="872" cy="278"/>
              </a:xfrm>
              <a:prstGeom prst="rightArrow">
                <a:avLst/>
              </a:prstGeom>
              <a:solidFill>
                <a:srgbClr val="B0C0CF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>
                <a:off x="3905" y="4396"/>
                <a:ext cx="340" cy="340"/>
                <a:chOff x="4379" y="4392"/>
                <a:chExt cx="340" cy="340"/>
              </a:xfrm>
            </p:grpSpPr>
            <p:sp>
              <p:nvSpPr>
                <p:cNvPr id="54" name="矩形 53"/>
                <p:cNvSpPr/>
                <p:nvPr/>
              </p:nvSpPr>
              <p:spPr>
                <a:xfrm>
                  <a:off x="4379" y="4392"/>
                  <a:ext cx="340" cy="34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75000"/>
                    </a:schemeClr>
                  </a:solidFill>
                  <a:prstDash val="lg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5"/>
                </a:p>
              </p:txBody>
            </p:sp>
            <p:sp>
              <p:nvSpPr>
                <p:cNvPr id="55" name="任意多边形 54"/>
                <p:cNvSpPr/>
                <p:nvPr/>
              </p:nvSpPr>
              <p:spPr>
                <a:xfrm rot="10800000">
                  <a:off x="4420" y="4487"/>
                  <a:ext cx="256" cy="181"/>
                </a:xfrm>
                <a:custGeom>
                  <a:avLst/>
                  <a:gdLst>
                    <a:gd name="connisteX0" fmla="*/ 0 w 1050290"/>
                    <a:gd name="connsiteY0" fmla="*/ 914512 h 921497"/>
                    <a:gd name="connisteX1" fmla="*/ 145415 w 1050290"/>
                    <a:gd name="connsiteY1" fmla="*/ 188072 h 921497"/>
                    <a:gd name="connisteX2" fmla="*/ 497840 w 1050290"/>
                    <a:gd name="connsiteY2" fmla="*/ 112 h 921497"/>
                    <a:gd name="connisteX3" fmla="*/ 869315 w 1050290"/>
                    <a:gd name="connsiteY3" fmla="*/ 193152 h 921497"/>
                    <a:gd name="connisteX4" fmla="*/ 1050290 w 1050290"/>
                    <a:gd name="connsiteY4" fmla="*/ 921497 h 921497"/>
                    <a:gd name="connisteX5" fmla="*/ 1152525 w 1050290"/>
                    <a:gd name="connsiteY5" fmla="*/ 828787 h 921497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</a:cxnLst>
                  <a:rect l="l" t="t" r="r" b="b"/>
                  <a:pathLst>
                    <a:path w="1050290" h="921498">
                      <a:moveTo>
                        <a:pt x="0" y="914513"/>
                      </a:moveTo>
                      <a:cubicBezTo>
                        <a:pt x="22225" y="772908"/>
                        <a:pt x="45720" y="370953"/>
                        <a:pt x="145415" y="188073"/>
                      </a:cubicBezTo>
                      <a:cubicBezTo>
                        <a:pt x="245110" y="5193"/>
                        <a:pt x="353060" y="-1157"/>
                        <a:pt x="497840" y="113"/>
                      </a:cubicBezTo>
                      <a:cubicBezTo>
                        <a:pt x="642620" y="1383"/>
                        <a:pt x="758825" y="9003"/>
                        <a:pt x="869315" y="193153"/>
                      </a:cubicBezTo>
                      <a:cubicBezTo>
                        <a:pt x="979805" y="377303"/>
                        <a:pt x="993775" y="794498"/>
                        <a:pt x="1050290" y="921498"/>
                      </a:cubicBezTo>
                    </a:path>
                  </a:pathLst>
                </a:custGeom>
                <a:noFill/>
                <a:ln>
                  <a:solidFill>
                    <a:schemeClr val="tx2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5"/>
                </a:p>
              </p:txBody>
            </p:sp>
            <p:sp>
              <p:nvSpPr>
                <p:cNvPr id="56" name="任意多边形 55"/>
                <p:cNvSpPr/>
                <p:nvPr/>
              </p:nvSpPr>
              <p:spPr>
                <a:xfrm rot="10800000">
                  <a:off x="4455" y="4615"/>
                  <a:ext cx="198" cy="53"/>
                </a:xfrm>
                <a:custGeom>
                  <a:avLst/>
                  <a:gdLst>
                    <a:gd name="connsiteX0" fmla="*/ 10 w 198"/>
                    <a:gd name="connsiteY0" fmla="*/ 53 h 53"/>
                    <a:gd name="connsiteX1" fmla="*/ 10 w 198"/>
                    <a:gd name="connsiteY1" fmla="*/ 37 h 53"/>
                    <a:gd name="connsiteX2" fmla="*/ 96 w 198"/>
                    <a:gd name="connsiteY2" fmla="*/ 0 h 53"/>
                    <a:gd name="connsiteX3" fmla="*/ 187 w 198"/>
                    <a:gd name="connsiteY3" fmla="*/ 38 h 53"/>
                    <a:gd name="connsiteX4" fmla="*/ 197 w 198"/>
                    <a:gd name="connsiteY4" fmla="*/ 45 h 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8" h="53">
                      <a:moveTo>
                        <a:pt x="10" y="53"/>
                      </a:moveTo>
                      <a:cubicBezTo>
                        <a:pt x="15" y="25"/>
                        <a:pt x="-14" y="73"/>
                        <a:pt x="10" y="37"/>
                      </a:cubicBezTo>
                      <a:cubicBezTo>
                        <a:pt x="35" y="1"/>
                        <a:pt x="61" y="0"/>
                        <a:pt x="96" y="0"/>
                      </a:cubicBezTo>
                      <a:cubicBezTo>
                        <a:pt x="132" y="0"/>
                        <a:pt x="160" y="2"/>
                        <a:pt x="187" y="38"/>
                      </a:cubicBezTo>
                      <a:cubicBezTo>
                        <a:pt x="214" y="74"/>
                        <a:pt x="183" y="20"/>
                        <a:pt x="197" y="45"/>
                      </a:cubicBezTo>
                    </a:path>
                  </a:pathLst>
                </a:custGeom>
                <a:noFill/>
                <a:ln>
                  <a:solidFill>
                    <a:srgbClr val="C0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5"/>
                </a:p>
              </p:txBody>
            </p:sp>
          </p:grpSp>
        </p:grpSp>
        <p:cxnSp>
          <p:nvCxnSpPr>
            <p:cNvPr id="58" name="直接连接符 57"/>
            <p:cNvCxnSpPr/>
            <p:nvPr/>
          </p:nvCxnSpPr>
          <p:spPr>
            <a:xfrm>
              <a:off x="3994" y="59"/>
              <a:ext cx="0" cy="1916"/>
            </a:xfrm>
            <a:prstGeom prst="line">
              <a:avLst/>
            </a:prstGeom>
            <a:ln>
              <a:solidFill>
                <a:srgbClr val="465886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1243" y="52"/>
              <a:ext cx="1301" cy="692"/>
            </a:xfrm>
            <a:prstGeom prst="ellipse">
              <a:avLst/>
            </a:prstGeom>
            <a:solidFill>
              <a:srgbClr val="46588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pic>
          <p:nvPicPr>
            <p:cNvPr id="19" name="图片 18" descr="3b32313630323531383bc4eac1e42dd3d7b6f9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32" y="387"/>
              <a:ext cx="252" cy="243"/>
            </a:xfrm>
            <a:prstGeom prst="rect">
              <a:avLst/>
            </a:prstGeom>
          </p:spPr>
        </p:pic>
        <p:pic>
          <p:nvPicPr>
            <p:cNvPr id="20" name="图片 19" descr="3b32313630323532353bc4eac1e42dc0cfc4ea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3" y="387"/>
              <a:ext cx="252" cy="243"/>
            </a:xfrm>
            <a:prstGeom prst="rect">
              <a:avLst/>
            </a:prstGeom>
          </p:spPr>
        </p:pic>
        <p:pic>
          <p:nvPicPr>
            <p:cNvPr id="21" name="图片 20" descr="3b32313630323532363bc4eac1e42dc7e0c4ea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32" y="177"/>
              <a:ext cx="252" cy="243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1349" y="131"/>
              <a:ext cx="73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年龄</a:t>
              </a:r>
            </a:p>
          </p:txBody>
        </p:sp>
        <p:graphicFrame>
          <p:nvGraphicFramePr>
            <p:cNvPr id="63" name="对象 6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599" y="404"/>
            <a:ext cx="27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77165" imgH="190500" progId="Equation.KSEE3">
                    <p:embed/>
                  </p:oleObj>
                </mc:Choice>
                <mc:Fallback>
                  <p:oleObj r:id="rId10" imgW="177165" imgH="190500" progId="Equation.KSEE3">
                    <p:embed/>
                    <p:pic>
                      <p:nvPicPr>
                        <p:cNvPr id="0" name="图片 102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599" y="404"/>
                          <a:ext cx="279" cy="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左弧形箭头 70"/>
            <p:cNvSpPr/>
            <p:nvPr/>
          </p:nvSpPr>
          <p:spPr>
            <a:xfrm rot="16200000">
              <a:off x="3847" y="936"/>
              <a:ext cx="312" cy="702"/>
            </a:xfrm>
            <a:prstGeom prst="curvedRightArrow">
              <a:avLst/>
            </a:prstGeom>
            <a:solidFill>
              <a:srgbClr val="B0C0C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>
                <a:solidFill>
                  <a:schemeClr val="tx1"/>
                </a:solidFill>
              </a:endParaRPr>
            </a:p>
          </p:txBody>
        </p:sp>
        <p:sp>
          <p:nvSpPr>
            <p:cNvPr id="72" name="左弧形箭头 71"/>
            <p:cNvSpPr/>
            <p:nvPr/>
          </p:nvSpPr>
          <p:spPr>
            <a:xfrm rot="5400000">
              <a:off x="3799" y="493"/>
              <a:ext cx="312" cy="702"/>
            </a:xfrm>
            <a:prstGeom prst="curvedRightArrow">
              <a:avLst/>
            </a:prstGeom>
            <a:solidFill>
              <a:srgbClr val="B0C0C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>
                <a:solidFill>
                  <a:schemeClr val="tx1"/>
                </a:solidFill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808" y="52"/>
              <a:ext cx="1101" cy="386"/>
            </a:xfrm>
            <a:prstGeom prst="rect">
              <a:avLst/>
            </a:prstGeom>
            <a:solidFill>
              <a:srgbClr val="B0C0CF">
                <a:alpha val="50000"/>
              </a:srgbClr>
            </a:solidFill>
            <a:ln>
              <a:solidFill>
                <a:srgbClr val="46588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图模型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4079" y="52"/>
              <a:ext cx="1104" cy="386"/>
            </a:xfrm>
            <a:prstGeom prst="rect">
              <a:avLst/>
            </a:prstGeom>
            <a:solidFill>
              <a:srgbClr val="B0C0CF">
                <a:alpha val="50000"/>
              </a:srgbClr>
            </a:solidFill>
            <a:ln>
              <a:solidFill>
                <a:srgbClr val="46588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>
                  <a:latin typeface="宋体" panose="02010600030101010101" pitchFamily="2" charset="-122"/>
                  <a:ea typeface="宋体" panose="02010600030101010101" pitchFamily="2" charset="-122"/>
                </a:rPr>
                <a:t>RCM</a:t>
              </a:r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模型</a:t>
              </a:r>
            </a:p>
          </p:txBody>
        </p:sp>
        <p:grpSp>
          <p:nvGrpSpPr>
            <p:cNvPr id="96" name="组合 95"/>
            <p:cNvGrpSpPr/>
            <p:nvPr/>
          </p:nvGrpSpPr>
          <p:grpSpPr>
            <a:xfrm>
              <a:off x="4463" y="697"/>
              <a:ext cx="1597" cy="1260"/>
              <a:chOff x="6090" y="3444"/>
              <a:chExt cx="1600" cy="1263"/>
            </a:xfrm>
          </p:grpSpPr>
          <p:graphicFrame>
            <p:nvGraphicFramePr>
              <p:cNvPr id="70" name="对象 69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090" y="3444"/>
              <a:ext cx="1600" cy="1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016000" imgH="774065" progId="Equation.KSEE3">
                      <p:embed/>
                    </p:oleObj>
                  </mc:Choice>
                  <mc:Fallback>
                    <p:oleObj r:id="rId12" imgW="1016000" imgH="774065" progId="Equation.KSEE3">
                      <p:embed/>
                      <p:pic>
                        <p:nvPicPr>
                          <p:cNvPr id="0" name="图片 1030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090" y="3444"/>
                            <a:ext cx="1600" cy="1219"/>
                          </a:xfrm>
                          <a:prstGeom prst="rect">
                            <a:avLst/>
                          </a:prstGeom>
                          <a:ln>
                            <a:solidFill>
                              <a:srgbClr val="465886"/>
                            </a:solidFill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等腰三角形 75"/>
              <p:cNvSpPr/>
              <p:nvPr/>
            </p:nvSpPr>
            <p:spPr>
              <a:xfrm>
                <a:off x="6609" y="4645"/>
                <a:ext cx="62" cy="62"/>
              </a:xfrm>
              <a:prstGeom prst="triangle">
                <a:avLst/>
              </a:prstGeom>
              <a:solidFill>
                <a:srgbClr val="A72E2A"/>
              </a:solidFill>
              <a:ln>
                <a:solidFill>
                  <a:srgbClr val="A72E2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  <p:sp>
            <p:nvSpPr>
              <p:cNvPr id="77" name="等腰三角形 76"/>
              <p:cNvSpPr/>
              <p:nvPr/>
            </p:nvSpPr>
            <p:spPr>
              <a:xfrm>
                <a:off x="6609" y="4023"/>
                <a:ext cx="62" cy="62"/>
              </a:xfrm>
              <a:prstGeom prst="triangle">
                <a:avLst/>
              </a:prstGeom>
              <a:solidFill>
                <a:srgbClr val="A72E2A"/>
              </a:solidFill>
              <a:ln>
                <a:solidFill>
                  <a:srgbClr val="A72E2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  <p:sp>
            <p:nvSpPr>
              <p:cNvPr id="78" name="等腰三角形 77"/>
              <p:cNvSpPr/>
              <p:nvPr/>
            </p:nvSpPr>
            <p:spPr>
              <a:xfrm>
                <a:off x="6609" y="4334"/>
                <a:ext cx="62" cy="62"/>
              </a:xfrm>
              <a:prstGeom prst="triangle">
                <a:avLst/>
              </a:prstGeom>
              <a:solidFill>
                <a:srgbClr val="A72E2A"/>
              </a:solidFill>
              <a:ln>
                <a:solidFill>
                  <a:srgbClr val="A72E2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57" y="1353"/>
              <a:ext cx="1301" cy="692"/>
              <a:chOff x="2236" y="4270"/>
              <a:chExt cx="1303" cy="693"/>
            </a:xfrm>
          </p:grpSpPr>
          <p:pic>
            <p:nvPicPr>
              <p:cNvPr id="7" name="图片 6" descr="343435383231363b333633383439353bd2a9"/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452" y="4360"/>
                <a:ext cx="454" cy="454"/>
              </a:xfrm>
              <a:prstGeom prst="rect">
                <a:avLst/>
              </a:prstGeom>
            </p:spPr>
          </p:pic>
          <p:sp>
            <p:nvSpPr>
              <p:cNvPr id="14" name="文本框 13"/>
              <p:cNvSpPr txBox="1"/>
              <p:nvPr/>
            </p:nvSpPr>
            <p:spPr>
              <a:xfrm>
                <a:off x="2724" y="4314"/>
                <a:ext cx="789" cy="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药量</a:t>
                </a:r>
              </a:p>
            </p:txBody>
          </p:sp>
          <p:graphicFrame>
            <p:nvGraphicFramePr>
              <p:cNvPr id="62" name="对象 61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2969" y="4619"/>
              <a:ext cx="300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90500" imgH="190500" progId="Equation.KSEE3">
                      <p:embed/>
                    </p:oleObj>
                  </mc:Choice>
                  <mc:Fallback>
                    <p:oleObj r:id="rId16" imgW="190500" imgH="190500" progId="Equation.KSEE3">
                      <p:embed/>
                      <p:pic>
                        <p:nvPicPr>
                          <p:cNvPr id="0" name="图片 1026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969" y="4619"/>
                            <a:ext cx="300" cy="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" name="椭圆 80"/>
              <p:cNvSpPr/>
              <p:nvPr/>
            </p:nvSpPr>
            <p:spPr>
              <a:xfrm>
                <a:off x="2236" y="4270"/>
                <a:ext cx="1303" cy="693"/>
              </a:xfrm>
              <a:prstGeom prst="ellipse">
                <a:avLst/>
              </a:prstGeom>
              <a:solidFill>
                <a:srgbClr val="46588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2369" y="1353"/>
              <a:ext cx="1301" cy="692"/>
              <a:chOff x="4551" y="4270"/>
              <a:chExt cx="1303" cy="693"/>
            </a:xfrm>
          </p:grpSpPr>
          <p:pic>
            <p:nvPicPr>
              <p:cNvPr id="8" name="图片 7" descr="333530363730393b333639343933333bd0c4d4e0"/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5206" y="4360"/>
                <a:ext cx="454" cy="454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4561" y="4314"/>
                <a:ext cx="905" cy="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血压</a:t>
                </a:r>
              </a:p>
            </p:txBody>
          </p:sp>
          <p:graphicFrame>
            <p:nvGraphicFramePr>
              <p:cNvPr id="64" name="对象 63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4892" y="4619"/>
              <a:ext cx="279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77165" imgH="190500" progId="Equation.KSEE3">
                      <p:embed/>
                    </p:oleObj>
                  </mc:Choice>
                  <mc:Fallback>
                    <p:oleObj r:id="rId20" imgW="177165" imgH="190500" progId="Equation.KSEE3">
                      <p:embed/>
                      <p:pic>
                        <p:nvPicPr>
                          <p:cNvPr id="0" name="图片 102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892" y="4619"/>
                            <a:ext cx="279" cy="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" name="椭圆 81"/>
              <p:cNvSpPr/>
              <p:nvPr/>
            </p:nvSpPr>
            <p:spPr>
              <a:xfrm>
                <a:off x="4551" y="4270"/>
                <a:ext cx="1303" cy="693"/>
              </a:xfrm>
              <a:prstGeom prst="ellipse">
                <a:avLst/>
              </a:prstGeom>
              <a:solidFill>
                <a:srgbClr val="46588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</p:grpSp>
        <p:sp>
          <p:nvSpPr>
            <p:cNvPr id="83" name="椭圆 82"/>
            <p:cNvSpPr/>
            <p:nvPr/>
          </p:nvSpPr>
          <p:spPr>
            <a:xfrm>
              <a:off x="433" y="257"/>
              <a:ext cx="282" cy="282"/>
            </a:xfrm>
            <a:prstGeom prst="ellipse">
              <a:avLst/>
            </a:prstGeom>
            <a:noFill/>
            <a:ln>
              <a:solidFill>
                <a:srgbClr val="B0C0CF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65886">
                      <a:alpha val="2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795">
                <a:solidFill>
                  <a:srgbClr val="465886"/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433" y="778"/>
              <a:ext cx="282" cy="282"/>
            </a:xfrm>
            <a:prstGeom prst="ellipse">
              <a:avLst/>
            </a:prstGeom>
            <a:noFill/>
            <a:ln>
              <a:solidFill>
                <a:srgbClr val="B0C0CF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65886">
                      <a:alpha val="2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sp>
          <p:nvSpPr>
            <p:cNvPr id="85" name="椭圆 84"/>
            <p:cNvSpPr/>
            <p:nvPr/>
          </p:nvSpPr>
          <p:spPr>
            <a:xfrm>
              <a:off x="3093" y="778"/>
              <a:ext cx="282" cy="282"/>
            </a:xfrm>
            <a:prstGeom prst="ellipse">
              <a:avLst/>
            </a:prstGeom>
            <a:noFill/>
            <a:ln>
              <a:solidFill>
                <a:srgbClr val="B0C0CF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65886">
                      <a:alpha val="2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cxnSp>
          <p:nvCxnSpPr>
            <p:cNvPr id="86" name="直接箭头连接符 85"/>
            <p:cNvCxnSpPr/>
            <p:nvPr/>
          </p:nvCxnSpPr>
          <p:spPr>
            <a:xfrm>
              <a:off x="773" y="403"/>
              <a:ext cx="438" cy="0"/>
            </a:xfrm>
            <a:prstGeom prst="straightConnector1">
              <a:avLst/>
            </a:prstGeom>
            <a:ln w="9525">
              <a:solidFill>
                <a:srgbClr val="B0C0CF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 flipH="1">
              <a:off x="573" y="1096"/>
              <a:ext cx="3" cy="257"/>
            </a:xfrm>
            <a:prstGeom prst="straightConnector1">
              <a:avLst/>
            </a:prstGeom>
            <a:ln w="9525">
              <a:solidFill>
                <a:srgbClr val="B0C0CF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 flipH="1">
              <a:off x="3233" y="1096"/>
              <a:ext cx="3" cy="257"/>
            </a:xfrm>
            <a:prstGeom prst="straightConnector1">
              <a:avLst/>
            </a:prstGeom>
            <a:ln w="9525">
              <a:solidFill>
                <a:srgbClr val="B0C0CF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91" name="对象 90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455" y="257"/>
            <a:ext cx="24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52400" imgH="190500" progId="Equation.KSEE3">
                    <p:embed/>
                  </p:oleObj>
                </mc:Choice>
                <mc:Fallback>
                  <p:oleObj r:id="rId22" imgW="152400" imgH="190500" progId="Equation.KSEE3">
                    <p:embed/>
                    <p:pic>
                      <p:nvPicPr>
                        <p:cNvPr id="0" name="图片 1031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55" y="257"/>
                          <a:ext cx="240" cy="2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对象 9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445" y="769"/>
            <a:ext cx="26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65100" imgH="190500" progId="Equation.KSEE3">
                    <p:embed/>
                  </p:oleObj>
                </mc:Choice>
                <mc:Fallback>
                  <p:oleObj r:id="rId24" imgW="165100" imgH="190500" progId="Equation.KSEE3">
                    <p:embed/>
                    <p:pic>
                      <p:nvPicPr>
                        <p:cNvPr id="0" name="图片 1032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45" y="769"/>
                          <a:ext cx="260" cy="2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对象 93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105" y="769"/>
            <a:ext cx="26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65100" imgH="190500" progId="Equation.KSEE3">
                    <p:embed/>
                  </p:oleObj>
                </mc:Choice>
                <mc:Fallback>
                  <p:oleObj r:id="rId26" imgW="165100" imgH="190500" progId="Equation.KSEE3">
                    <p:embed/>
                    <p:pic>
                      <p:nvPicPr>
                        <p:cNvPr id="0" name="图片 1032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3105" y="769"/>
                          <a:ext cx="260" cy="2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3742119" y="956365"/>
            <a:ext cx="5390288" cy="352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/>
          </a:p>
        </p:txBody>
      </p:sp>
      <p:sp>
        <p:nvSpPr>
          <p:cNvPr id="34" name="矩形 33"/>
          <p:cNvSpPr/>
          <p:nvPr/>
        </p:nvSpPr>
        <p:spPr>
          <a:xfrm>
            <a:off x="-247637" y="-519265"/>
            <a:ext cx="215510" cy="2155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/>
          </a:p>
        </p:txBody>
      </p:sp>
      <p:sp>
        <p:nvSpPr>
          <p:cNvPr id="39" name="任意多边形 38"/>
          <p:cNvSpPr/>
          <p:nvPr/>
        </p:nvSpPr>
        <p:spPr>
          <a:xfrm rot="10800000">
            <a:off x="-221649" y="-468873"/>
            <a:ext cx="162266" cy="114727"/>
          </a:xfrm>
          <a:custGeom>
            <a:avLst/>
            <a:gdLst>
              <a:gd name="connisteX0" fmla="*/ 0 w 1050290"/>
              <a:gd name="connsiteY0" fmla="*/ 914512 h 921497"/>
              <a:gd name="connisteX1" fmla="*/ 145415 w 1050290"/>
              <a:gd name="connsiteY1" fmla="*/ 188072 h 921497"/>
              <a:gd name="connisteX2" fmla="*/ 497840 w 1050290"/>
              <a:gd name="connsiteY2" fmla="*/ 112 h 921497"/>
              <a:gd name="connisteX3" fmla="*/ 869315 w 1050290"/>
              <a:gd name="connsiteY3" fmla="*/ 193152 h 921497"/>
              <a:gd name="connisteX4" fmla="*/ 1050290 w 1050290"/>
              <a:gd name="connsiteY4" fmla="*/ 921497 h 921497"/>
              <a:gd name="connisteX5" fmla="*/ 1152525 w 1050290"/>
              <a:gd name="connsiteY5" fmla="*/ 828787 h 9214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050290" h="921498">
                <a:moveTo>
                  <a:pt x="0" y="914513"/>
                </a:moveTo>
                <a:cubicBezTo>
                  <a:pt x="22225" y="772908"/>
                  <a:pt x="45720" y="370953"/>
                  <a:pt x="145415" y="188073"/>
                </a:cubicBezTo>
                <a:cubicBezTo>
                  <a:pt x="245110" y="5193"/>
                  <a:pt x="353060" y="-1157"/>
                  <a:pt x="497840" y="113"/>
                </a:cubicBezTo>
                <a:cubicBezTo>
                  <a:pt x="642620" y="1383"/>
                  <a:pt x="758825" y="9003"/>
                  <a:pt x="869315" y="193153"/>
                </a:cubicBezTo>
                <a:cubicBezTo>
                  <a:pt x="979805" y="377303"/>
                  <a:pt x="993775" y="794498"/>
                  <a:pt x="1050290" y="921498"/>
                </a:cubicBezTo>
              </a:path>
            </a:pathLst>
          </a:custGeom>
          <a:noFill/>
          <a:ln>
            <a:solidFill>
              <a:schemeClr val="tx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/>
          </a:p>
        </p:txBody>
      </p:sp>
      <p:graphicFrame>
        <p:nvGraphicFramePr>
          <p:cNvPr id="60" name="对象 5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44086" y="4692930"/>
          <a:ext cx="114094" cy="215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" imgH="215900" progId="Equation.KSEE3">
                  <p:embed/>
                </p:oleObj>
              </mc:Choice>
              <mc:Fallback>
                <p:oleObj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44086" y="4692930"/>
                        <a:ext cx="114094" cy="215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50427" y="4705607"/>
          <a:ext cx="101417" cy="190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1600" imgH="190500" progId="Equation.KSEE3">
                  <p:embed/>
                </p:oleObj>
              </mc:Choice>
              <mc:Fallback>
                <p:oleObj r:id="rId4" imgW="101600" imgH="1905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0427" y="4705607"/>
                        <a:ext cx="101417" cy="190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50427" y="4705607"/>
          <a:ext cx="101417" cy="190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1600" imgH="190500" progId="Equation.KSEE3">
                  <p:embed/>
                </p:oleObj>
              </mc:Choice>
              <mc:Fallback>
                <p:oleObj r:id="rId6" imgW="101600" imgH="1905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0427" y="4705607"/>
                        <a:ext cx="101417" cy="190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50427" y="4705607"/>
          <a:ext cx="101417" cy="190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1600" imgH="190500" progId="Equation.KSEE3">
                  <p:embed/>
                </p:oleObj>
              </mc:Choice>
              <mc:Fallback>
                <p:oleObj r:id="rId7" imgW="101600" imgH="1905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0427" y="4705607"/>
                        <a:ext cx="101417" cy="190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" name="组合 104"/>
          <p:cNvGrpSpPr/>
          <p:nvPr/>
        </p:nvGrpSpPr>
        <p:grpSpPr>
          <a:xfrm>
            <a:off x="4384576" y="1704256"/>
            <a:ext cx="3811993" cy="1265805"/>
            <a:chOff x="2236" y="2966"/>
            <a:chExt cx="6014" cy="1997"/>
          </a:xfrm>
        </p:grpSpPr>
        <p:sp>
          <p:nvSpPr>
            <p:cNvPr id="41" name="右箭头 40"/>
            <p:cNvSpPr/>
            <p:nvPr/>
          </p:nvSpPr>
          <p:spPr>
            <a:xfrm rot="7860000">
              <a:off x="2873" y="3718"/>
              <a:ext cx="792" cy="278"/>
            </a:xfrm>
            <a:prstGeom prst="rightArrow">
              <a:avLst/>
            </a:prstGeom>
            <a:solidFill>
              <a:srgbClr val="B0C0C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sp>
          <p:nvSpPr>
            <p:cNvPr id="43" name="右箭头 42"/>
            <p:cNvSpPr/>
            <p:nvPr/>
          </p:nvSpPr>
          <p:spPr>
            <a:xfrm rot="13740000" flipH="1">
              <a:off x="4501" y="3718"/>
              <a:ext cx="792" cy="278"/>
            </a:xfrm>
            <a:prstGeom prst="rightArrow">
              <a:avLst/>
            </a:prstGeom>
            <a:solidFill>
              <a:srgbClr val="B0C0C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sp>
          <p:nvSpPr>
            <p:cNvPr id="44" name="矩形 43"/>
            <p:cNvSpPr/>
            <p:nvPr/>
          </p:nvSpPr>
          <p:spPr>
            <a:xfrm>
              <a:off x="3138" y="3671"/>
              <a:ext cx="336" cy="327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lg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lumMod val="60000"/>
                      <a:lumOff val="4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pic>
          <p:nvPicPr>
            <p:cNvPr id="47" name="图片 46" descr="32313534383333333b32313534383332373bcecabac5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92" y="3721"/>
              <a:ext cx="227" cy="227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4670" y="3671"/>
              <a:ext cx="336" cy="327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lg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lumMod val="60000"/>
                      <a:lumOff val="4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pic>
          <p:nvPicPr>
            <p:cNvPr id="49" name="图片 48" descr="32313534383333333b32313534383332373bcecabac5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24" y="3721"/>
              <a:ext cx="227" cy="227"/>
            </a:xfrm>
            <a:prstGeom prst="rect">
              <a:avLst/>
            </a:prstGeom>
          </p:spPr>
        </p:pic>
        <p:grpSp>
          <p:nvGrpSpPr>
            <p:cNvPr id="101" name="组合 100"/>
            <p:cNvGrpSpPr/>
            <p:nvPr/>
          </p:nvGrpSpPr>
          <p:grpSpPr>
            <a:xfrm>
              <a:off x="3583" y="4446"/>
              <a:ext cx="872" cy="340"/>
              <a:chOff x="3639" y="4396"/>
              <a:chExt cx="872" cy="340"/>
            </a:xfrm>
          </p:grpSpPr>
          <p:sp>
            <p:nvSpPr>
              <p:cNvPr id="13" name="右箭头 12"/>
              <p:cNvSpPr/>
              <p:nvPr/>
            </p:nvSpPr>
            <p:spPr>
              <a:xfrm>
                <a:off x="3639" y="4448"/>
                <a:ext cx="872" cy="278"/>
              </a:xfrm>
              <a:prstGeom prst="rightArrow">
                <a:avLst/>
              </a:prstGeom>
              <a:solidFill>
                <a:srgbClr val="B0C0CF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>
                <a:off x="3905" y="4396"/>
                <a:ext cx="340" cy="340"/>
                <a:chOff x="4379" y="4392"/>
                <a:chExt cx="340" cy="340"/>
              </a:xfrm>
            </p:grpSpPr>
            <p:sp>
              <p:nvSpPr>
                <p:cNvPr id="54" name="矩形 53"/>
                <p:cNvSpPr/>
                <p:nvPr/>
              </p:nvSpPr>
              <p:spPr>
                <a:xfrm>
                  <a:off x="4379" y="4392"/>
                  <a:ext cx="340" cy="34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75000"/>
                    </a:schemeClr>
                  </a:solidFill>
                  <a:prstDash val="lg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5"/>
                </a:p>
              </p:txBody>
            </p:sp>
            <p:sp>
              <p:nvSpPr>
                <p:cNvPr id="55" name="任意多边形 54"/>
                <p:cNvSpPr/>
                <p:nvPr/>
              </p:nvSpPr>
              <p:spPr>
                <a:xfrm rot="10800000">
                  <a:off x="4420" y="4487"/>
                  <a:ext cx="256" cy="181"/>
                </a:xfrm>
                <a:custGeom>
                  <a:avLst/>
                  <a:gdLst>
                    <a:gd name="connisteX0" fmla="*/ 0 w 1050290"/>
                    <a:gd name="connsiteY0" fmla="*/ 914512 h 921497"/>
                    <a:gd name="connisteX1" fmla="*/ 145415 w 1050290"/>
                    <a:gd name="connsiteY1" fmla="*/ 188072 h 921497"/>
                    <a:gd name="connisteX2" fmla="*/ 497840 w 1050290"/>
                    <a:gd name="connsiteY2" fmla="*/ 112 h 921497"/>
                    <a:gd name="connisteX3" fmla="*/ 869315 w 1050290"/>
                    <a:gd name="connsiteY3" fmla="*/ 193152 h 921497"/>
                    <a:gd name="connisteX4" fmla="*/ 1050290 w 1050290"/>
                    <a:gd name="connsiteY4" fmla="*/ 921497 h 921497"/>
                    <a:gd name="connisteX5" fmla="*/ 1152525 w 1050290"/>
                    <a:gd name="connsiteY5" fmla="*/ 828787 h 921497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</a:cxnLst>
                  <a:rect l="l" t="t" r="r" b="b"/>
                  <a:pathLst>
                    <a:path w="1050290" h="921498">
                      <a:moveTo>
                        <a:pt x="0" y="914513"/>
                      </a:moveTo>
                      <a:cubicBezTo>
                        <a:pt x="22225" y="772908"/>
                        <a:pt x="45720" y="370953"/>
                        <a:pt x="145415" y="188073"/>
                      </a:cubicBezTo>
                      <a:cubicBezTo>
                        <a:pt x="245110" y="5193"/>
                        <a:pt x="353060" y="-1157"/>
                        <a:pt x="497840" y="113"/>
                      </a:cubicBezTo>
                      <a:cubicBezTo>
                        <a:pt x="642620" y="1383"/>
                        <a:pt x="758825" y="9003"/>
                        <a:pt x="869315" y="193153"/>
                      </a:cubicBezTo>
                      <a:cubicBezTo>
                        <a:pt x="979805" y="377303"/>
                        <a:pt x="993775" y="794498"/>
                        <a:pt x="1050290" y="921498"/>
                      </a:cubicBezTo>
                    </a:path>
                  </a:pathLst>
                </a:custGeom>
                <a:noFill/>
                <a:ln>
                  <a:solidFill>
                    <a:schemeClr val="tx2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5"/>
                </a:p>
              </p:txBody>
            </p:sp>
            <p:sp>
              <p:nvSpPr>
                <p:cNvPr id="56" name="任意多边形 55"/>
                <p:cNvSpPr/>
                <p:nvPr/>
              </p:nvSpPr>
              <p:spPr>
                <a:xfrm rot="10800000">
                  <a:off x="4455" y="4615"/>
                  <a:ext cx="198" cy="53"/>
                </a:xfrm>
                <a:custGeom>
                  <a:avLst/>
                  <a:gdLst>
                    <a:gd name="connsiteX0" fmla="*/ 10 w 198"/>
                    <a:gd name="connsiteY0" fmla="*/ 53 h 53"/>
                    <a:gd name="connsiteX1" fmla="*/ 10 w 198"/>
                    <a:gd name="connsiteY1" fmla="*/ 37 h 53"/>
                    <a:gd name="connsiteX2" fmla="*/ 96 w 198"/>
                    <a:gd name="connsiteY2" fmla="*/ 0 h 53"/>
                    <a:gd name="connsiteX3" fmla="*/ 187 w 198"/>
                    <a:gd name="connsiteY3" fmla="*/ 38 h 53"/>
                    <a:gd name="connsiteX4" fmla="*/ 197 w 198"/>
                    <a:gd name="connsiteY4" fmla="*/ 45 h 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8" h="53">
                      <a:moveTo>
                        <a:pt x="10" y="53"/>
                      </a:moveTo>
                      <a:cubicBezTo>
                        <a:pt x="15" y="25"/>
                        <a:pt x="-14" y="73"/>
                        <a:pt x="10" y="37"/>
                      </a:cubicBezTo>
                      <a:cubicBezTo>
                        <a:pt x="35" y="1"/>
                        <a:pt x="61" y="0"/>
                        <a:pt x="96" y="0"/>
                      </a:cubicBezTo>
                      <a:cubicBezTo>
                        <a:pt x="132" y="0"/>
                        <a:pt x="160" y="2"/>
                        <a:pt x="187" y="38"/>
                      </a:cubicBezTo>
                      <a:cubicBezTo>
                        <a:pt x="214" y="74"/>
                        <a:pt x="183" y="20"/>
                        <a:pt x="197" y="45"/>
                      </a:cubicBezTo>
                    </a:path>
                  </a:pathLst>
                </a:custGeom>
                <a:noFill/>
                <a:ln>
                  <a:solidFill>
                    <a:srgbClr val="C0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5"/>
                </a:p>
              </p:txBody>
            </p:sp>
          </p:grpSp>
        </p:grpSp>
        <p:cxnSp>
          <p:nvCxnSpPr>
            <p:cNvPr id="58" name="直接连接符 57"/>
            <p:cNvCxnSpPr/>
            <p:nvPr/>
          </p:nvCxnSpPr>
          <p:spPr>
            <a:xfrm>
              <a:off x="6180" y="2973"/>
              <a:ext cx="0" cy="1920"/>
            </a:xfrm>
            <a:prstGeom prst="line">
              <a:avLst/>
            </a:prstGeom>
            <a:ln>
              <a:solidFill>
                <a:srgbClr val="465886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8" name="组合 97"/>
            <p:cNvGrpSpPr/>
            <p:nvPr/>
          </p:nvGrpSpPr>
          <p:grpSpPr>
            <a:xfrm>
              <a:off x="3424" y="2966"/>
              <a:ext cx="1303" cy="693"/>
              <a:chOff x="3424" y="2910"/>
              <a:chExt cx="1303" cy="693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3424" y="2910"/>
                <a:ext cx="1303" cy="693"/>
              </a:xfrm>
              <a:prstGeom prst="ellipse">
                <a:avLst/>
              </a:prstGeom>
              <a:solidFill>
                <a:srgbClr val="46588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4114" y="3035"/>
                <a:ext cx="454" cy="454"/>
                <a:chOff x="3873" y="2643"/>
                <a:chExt cx="817" cy="847"/>
              </a:xfrm>
            </p:grpSpPr>
            <p:pic>
              <p:nvPicPr>
                <p:cNvPr id="19" name="图片 18" descr="3b32313630323531383bc4eac1e42dd3d7b6f9"/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73" y="3036"/>
                  <a:ext cx="454" cy="454"/>
                </a:xfrm>
                <a:prstGeom prst="rect">
                  <a:avLst/>
                </a:prstGeom>
              </p:spPr>
            </p:pic>
            <p:pic>
              <p:nvPicPr>
                <p:cNvPr id="20" name="图片 19" descr="3b32313630323532353bc4eac1e42dc0cfc4ea"/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36" y="3036"/>
                  <a:ext cx="454" cy="454"/>
                </a:xfrm>
                <a:prstGeom prst="rect">
                  <a:avLst/>
                </a:prstGeom>
              </p:spPr>
            </p:pic>
            <p:pic>
              <p:nvPicPr>
                <p:cNvPr id="21" name="图片 20" descr="3b32313630323532363bc4eac1e42dc7e0c4ea"/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54" y="2643"/>
                  <a:ext cx="454" cy="454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23"/>
              <p:cNvSpPr txBox="1"/>
              <p:nvPr/>
            </p:nvSpPr>
            <p:spPr>
              <a:xfrm>
                <a:off x="3530" y="2989"/>
                <a:ext cx="731" cy="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年龄</a:t>
                </a:r>
              </a:p>
            </p:txBody>
          </p:sp>
          <p:graphicFrame>
            <p:nvGraphicFramePr>
              <p:cNvPr id="63" name="对象 62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3781" y="3263"/>
              <a:ext cx="279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77165" imgH="190500" progId="Equation.KSEE3">
                      <p:embed/>
                    </p:oleObj>
                  </mc:Choice>
                  <mc:Fallback>
                    <p:oleObj r:id="rId16" imgW="177165" imgH="190500" progId="Equation.KSEE3">
                      <p:embed/>
                      <p:pic>
                        <p:nvPicPr>
                          <p:cNvPr id="0" name="图片 1026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3781" y="3263"/>
                            <a:ext cx="279" cy="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1" name="左弧形箭头 70"/>
            <p:cNvSpPr/>
            <p:nvPr/>
          </p:nvSpPr>
          <p:spPr>
            <a:xfrm rot="16200000">
              <a:off x="6033" y="3852"/>
              <a:ext cx="313" cy="703"/>
            </a:xfrm>
            <a:prstGeom prst="curvedRightArrow">
              <a:avLst/>
            </a:prstGeom>
            <a:solidFill>
              <a:srgbClr val="B0C0C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>
                <a:solidFill>
                  <a:schemeClr val="tx1"/>
                </a:solidFill>
              </a:endParaRPr>
            </a:p>
          </p:txBody>
        </p:sp>
        <p:sp>
          <p:nvSpPr>
            <p:cNvPr id="72" name="左弧形箭头 71"/>
            <p:cNvSpPr/>
            <p:nvPr/>
          </p:nvSpPr>
          <p:spPr>
            <a:xfrm rot="5400000">
              <a:off x="5985" y="3408"/>
              <a:ext cx="313" cy="703"/>
            </a:xfrm>
            <a:prstGeom prst="curvedRightArrow">
              <a:avLst/>
            </a:prstGeom>
            <a:solidFill>
              <a:srgbClr val="B0C0C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>
                <a:solidFill>
                  <a:schemeClr val="tx1"/>
                </a:solidFill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992" y="2966"/>
              <a:ext cx="1103" cy="387"/>
            </a:xfrm>
            <a:prstGeom prst="rect">
              <a:avLst/>
            </a:prstGeom>
            <a:solidFill>
              <a:srgbClr val="B0C0CF">
                <a:alpha val="50000"/>
              </a:srgbClr>
            </a:solidFill>
            <a:ln>
              <a:solidFill>
                <a:srgbClr val="46588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图模型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6265" y="2966"/>
              <a:ext cx="1106" cy="387"/>
            </a:xfrm>
            <a:prstGeom prst="rect">
              <a:avLst/>
            </a:prstGeom>
            <a:solidFill>
              <a:srgbClr val="B0C0CF">
                <a:alpha val="50000"/>
              </a:srgbClr>
            </a:solidFill>
            <a:ln>
              <a:solidFill>
                <a:srgbClr val="46588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>
                  <a:latin typeface="宋体" panose="02010600030101010101" pitchFamily="2" charset="-122"/>
                  <a:ea typeface="宋体" panose="02010600030101010101" pitchFamily="2" charset="-122"/>
                </a:rPr>
                <a:t>RCM</a:t>
              </a:r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模型</a:t>
              </a:r>
            </a:p>
          </p:txBody>
        </p:sp>
        <p:grpSp>
          <p:nvGrpSpPr>
            <p:cNvPr id="96" name="组合 95"/>
            <p:cNvGrpSpPr/>
            <p:nvPr/>
          </p:nvGrpSpPr>
          <p:grpSpPr>
            <a:xfrm>
              <a:off x="6650" y="3612"/>
              <a:ext cx="1600" cy="1263"/>
              <a:chOff x="6090" y="3444"/>
              <a:chExt cx="1600" cy="1263"/>
            </a:xfrm>
          </p:grpSpPr>
          <p:graphicFrame>
            <p:nvGraphicFramePr>
              <p:cNvPr id="70" name="对象 69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090" y="3444"/>
              <a:ext cx="1600" cy="1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1016000" imgH="774065" progId="Equation.KSEE3">
                      <p:embed/>
                    </p:oleObj>
                  </mc:Choice>
                  <mc:Fallback>
                    <p:oleObj r:id="rId18" imgW="1016000" imgH="774065" progId="Equation.KSEE3">
                      <p:embed/>
                      <p:pic>
                        <p:nvPicPr>
                          <p:cNvPr id="0" name="图片 1030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6090" y="3444"/>
                            <a:ext cx="1600" cy="1219"/>
                          </a:xfrm>
                          <a:prstGeom prst="rect">
                            <a:avLst/>
                          </a:prstGeom>
                          <a:ln>
                            <a:solidFill>
                              <a:srgbClr val="465886"/>
                            </a:solidFill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等腰三角形 75"/>
              <p:cNvSpPr/>
              <p:nvPr/>
            </p:nvSpPr>
            <p:spPr>
              <a:xfrm>
                <a:off x="6609" y="4645"/>
                <a:ext cx="62" cy="62"/>
              </a:xfrm>
              <a:prstGeom prst="triangle">
                <a:avLst/>
              </a:prstGeom>
              <a:solidFill>
                <a:srgbClr val="A72E2A"/>
              </a:solidFill>
              <a:ln>
                <a:solidFill>
                  <a:srgbClr val="A72E2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  <p:sp>
            <p:nvSpPr>
              <p:cNvPr id="77" name="等腰三角形 76"/>
              <p:cNvSpPr/>
              <p:nvPr/>
            </p:nvSpPr>
            <p:spPr>
              <a:xfrm>
                <a:off x="6609" y="4023"/>
                <a:ext cx="62" cy="62"/>
              </a:xfrm>
              <a:prstGeom prst="triangle">
                <a:avLst/>
              </a:prstGeom>
              <a:solidFill>
                <a:srgbClr val="A72E2A"/>
              </a:solidFill>
              <a:ln>
                <a:solidFill>
                  <a:srgbClr val="A72E2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  <p:sp>
            <p:nvSpPr>
              <p:cNvPr id="78" name="等腰三角形 77"/>
              <p:cNvSpPr/>
              <p:nvPr/>
            </p:nvSpPr>
            <p:spPr>
              <a:xfrm>
                <a:off x="6609" y="4334"/>
                <a:ext cx="62" cy="62"/>
              </a:xfrm>
              <a:prstGeom prst="triangle">
                <a:avLst/>
              </a:prstGeom>
              <a:solidFill>
                <a:srgbClr val="A72E2A"/>
              </a:solidFill>
              <a:ln>
                <a:solidFill>
                  <a:srgbClr val="A72E2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2236" y="4270"/>
              <a:ext cx="1303" cy="693"/>
              <a:chOff x="2236" y="4270"/>
              <a:chExt cx="1303" cy="693"/>
            </a:xfrm>
          </p:grpSpPr>
          <p:pic>
            <p:nvPicPr>
              <p:cNvPr id="7" name="图片 6" descr="343435383231363b333633383439353bd2a9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2452" y="4360"/>
                <a:ext cx="454" cy="454"/>
              </a:xfrm>
              <a:prstGeom prst="rect">
                <a:avLst/>
              </a:prstGeom>
            </p:spPr>
          </p:pic>
          <p:sp>
            <p:nvSpPr>
              <p:cNvPr id="14" name="文本框 13"/>
              <p:cNvSpPr txBox="1"/>
              <p:nvPr/>
            </p:nvSpPr>
            <p:spPr>
              <a:xfrm>
                <a:off x="2724" y="4314"/>
                <a:ext cx="789" cy="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药量</a:t>
                </a:r>
              </a:p>
            </p:txBody>
          </p:sp>
          <p:graphicFrame>
            <p:nvGraphicFramePr>
              <p:cNvPr id="62" name="对象 61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2969" y="4619"/>
              <a:ext cx="300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90500" imgH="190500" progId="Equation.KSEE3">
                      <p:embed/>
                    </p:oleObj>
                  </mc:Choice>
                  <mc:Fallback>
                    <p:oleObj r:id="rId20" imgW="190500" imgH="190500" progId="Equation.KSEE3">
                      <p:embed/>
                      <p:pic>
                        <p:nvPicPr>
                          <p:cNvPr id="0" name="图片 102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969" y="4619"/>
                            <a:ext cx="300" cy="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" name="椭圆 80"/>
              <p:cNvSpPr/>
              <p:nvPr/>
            </p:nvSpPr>
            <p:spPr>
              <a:xfrm>
                <a:off x="2236" y="4270"/>
                <a:ext cx="1303" cy="693"/>
              </a:xfrm>
              <a:prstGeom prst="ellipse">
                <a:avLst/>
              </a:prstGeom>
              <a:solidFill>
                <a:srgbClr val="46588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4552" y="4270"/>
              <a:ext cx="1303" cy="693"/>
              <a:chOff x="4551" y="4270"/>
              <a:chExt cx="1303" cy="693"/>
            </a:xfrm>
          </p:grpSpPr>
          <p:pic>
            <p:nvPicPr>
              <p:cNvPr id="8" name="图片 7" descr="333530363730393b333639343933333bd0c4d4e0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5206" y="4360"/>
                <a:ext cx="454" cy="454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4561" y="4314"/>
                <a:ext cx="905" cy="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血压</a:t>
                </a:r>
              </a:p>
            </p:txBody>
          </p:sp>
          <p:graphicFrame>
            <p:nvGraphicFramePr>
              <p:cNvPr id="64" name="对象 63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4892" y="4619"/>
              <a:ext cx="279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177165" imgH="190500" progId="Equation.KSEE3">
                      <p:embed/>
                    </p:oleObj>
                  </mc:Choice>
                  <mc:Fallback>
                    <p:oleObj r:id="rId22" imgW="177165" imgH="190500" progId="Equation.KSEE3">
                      <p:embed/>
                      <p:pic>
                        <p:nvPicPr>
                          <p:cNvPr id="0" name="图片 1026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892" y="4619"/>
                            <a:ext cx="279" cy="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" name="椭圆 81"/>
              <p:cNvSpPr/>
              <p:nvPr/>
            </p:nvSpPr>
            <p:spPr>
              <a:xfrm>
                <a:off x="4551" y="4270"/>
                <a:ext cx="1303" cy="693"/>
              </a:xfrm>
              <a:prstGeom prst="ellipse">
                <a:avLst/>
              </a:prstGeom>
              <a:solidFill>
                <a:srgbClr val="46588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5"/>
              </a:p>
            </p:txBody>
          </p:sp>
        </p:grpSp>
        <p:sp>
          <p:nvSpPr>
            <p:cNvPr id="83" name="椭圆 82"/>
            <p:cNvSpPr/>
            <p:nvPr/>
          </p:nvSpPr>
          <p:spPr>
            <a:xfrm>
              <a:off x="2613" y="3171"/>
              <a:ext cx="283" cy="283"/>
            </a:xfrm>
            <a:prstGeom prst="ellipse">
              <a:avLst/>
            </a:prstGeom>
            <a:noFill/>
            <a:ln>
              <a:solidFill>
                <a:srgbClr val="B0C0CF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65886">
                      <a:alpha val="2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795">
                <a:solidFill>
                  <a:srgbClr val="465886"/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2613" y="3693"/>
              <a:ext cx="283" cy="283"/>
            </a:xfrm>
            <a:prstGeom prst="ellipse">
              <a:avLst/>
            </a:prstGeom>
            <a:noFill/>
            <a:ln>
              <a:solidFill>
                <a:srgbClr val="B0C0CF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65886">
                      <a:alpha val="2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sp>
          <p:nvSpPr>
            <p:cNvPr id="85" name="椭圆 84"/>
            <p:cNvSpPr/>
            <p:nvPr/>
          </p:nvSpPr>
          <p:spPr>
            <a:xfrm>
              <a:off x="5278" y="3693"/>
              <a:ext cx="283" cy="283"/>
            </a:xfrm>
            <a:prstGeom prst="ellipse">
              <a:avLst/>
            </a:prstGeom>
            <a:noFill/>
            <a:ln>
              <a:solidFill>
                <a:srgbClr val="B0C0CF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65886">
                      <a:alpha val="2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5"/>
            </a:p>
          </p:txBody>
        </p:sp>
        <p:cxnSp>
          <p:nvCxnSpPr>
            <p:cNvPr id="86" name="直接箭头连接符 85"/>
            <p:cNvCxnSpPr/>
            <p:nvPr/>
          </p:nvCxnSpPr>
          <p:spPr>
            <a:xfrm>
              <a:off x="2953" y="3318"/>
              <a:ext cx="439" cy="0"/>
            </a:xfrm>
            <a:prstGeom prst="straightConnector1">
              <a:avLst/>
            </a:prstGeom>
            <a:ln w="9525">
              <a:solidFill>
                <a:srgbClr val="B0C0CF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 flipH="1">
              <a:off x="2753" y="4012"/>
              <a:ext cx="3" cy="258"/>
            </a:xfrm>
            <a:prstGeom prst="straightConnector1">
              <a:avLst/>
            </a:prstGeom>
            <a:ln w="9525">
              <a:solidFill>
                <a:srgbClr val="B0C0CF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 flipH="1">
              <a:off x="5418" y="4012"/>
              <a:ext cx="3" cy="258"/>
            </a:xfrm>
            <a:prstGeom prst="straightConnector1">
              <a:avLst/>
            </a:prstGeom>
            <a:ln w="9525">
              <a:solidFill>
                <a:srgbClr val="B0C0CF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91" name="对象 90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2635" y="3171"/>
            <a:ext cx="24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52400" imgH="190500" progId="Equation.KSEE3">
                    <p:embed/>
                  </p:oleObj>
                </mc:Choice>
                <mc:Fallback>
                  <p:oleObj r:id="rId24" imgW="152400" imgH="190500" progId="Equation.KSEE3">
                    <p:embed/>
                    <p:pic>
                      <p:nvPicPr>
                        <p:cNvPr id="0" name="图片 1031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635" y="3171"/>
                          <a:ext cx="240" cy="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对象 9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2625" y="3684"/>
            <a:ext cx="26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65100" imgH="190500" progId="Equation.KSEE3">
                    <p:embed/>
                  </p:oleObj>
                </mc:Choice>
                <mc:Fallback>
                  <p:oleObj r:id="rId26" imgW="165100" imgH="190500" progId="Equation.KSEE3">
                    <p:embed/>
                    <p:pic>
                      <p:nvPicPr>
                        <p:cNvPr id="0" name="图片 1032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2625" y="3684"/>
                          <a:ext cx="260" cy="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对象 93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290" y="3684"/>
            <a:ext cx="26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165100" imgH="190500" progId="Equation.KSEE3">
                    <p:embed/>
                  </p:oleObj>
                </mc:Choice>
                <mc:Fallback>
                  <p:oleObj r:id="rId28" imgW="165100" imgH="190500" progId="Equation.KSEE3">
                    <p:embed/>
                    <p:pic>
                      <p:nvPicPr>
                        <p:cNvPr id="0" name="图片 1032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290" y="3684"/>
                          <a:ext cx="260" cy="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1568877,3638495,3694933,21544953,21537588,21602518,21602525,21602526,21548327]}"/>
</p:tagLst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14</Words>
  <Application>Microsoft Office PowerPoint</Application>
  <PresentationFormat>A3 纸张(297x420 毫米)</PresentationFormat>
  <Paragraphs>10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2013 - 2022 主题</vt:lpstr>
      <vt:lpstr>WPS 公式 3.0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一鸣 马</cp:lastModifiedBy>
  <cp:revision>25</cp:revision>
  <dcterms:created xsi:type="dcterms:W3CDTF">2023-08-09T12:44:00Z</dcterms:created>
  <dcterms:modified xsi:type="dcterms:W3CDTF">2025-12-04T07:27:22Z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DBB3B89D46B249F1BA0E5757ACA36387_12</vt:lpwstr>
  </property>
</Properties>
</file>